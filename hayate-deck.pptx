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1695" cy="6858000"/>
  <p:notesSz cx="6858000" cy="12191695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theme" Target="theme/theme1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override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overrideClrMapping/>
  </p:clrMapOvr>
</p:sld>
</file>

<file path=ppt/theme/theme1.xml><?xml version="1.0" encoding="utf-8"?>
<a:theme xmlns:a="http://schemas.openxmlformats.org/drawingml/2006/main" name="HayateTheme">
  <a:themeElements>
    <a:clrScheme name="HayateColors">
      <a:dk1>
        <a:srgbClr val="000000"/>
      </a:dk1>
      <a:lt1>
        <a:srgbClr val="FFFFFF"/>
      </a:lt1>
      <a:dk2>
        <a:srgbClr val="444444"/>
      </a:dk2>
      <a:lt2>
        <a:srgbClr val="EEEEEE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EE"/>
      </a:hlink>
      <a:folHlink>
        <a:srgbClr val="800080"/>
      </a:folHlink>
    </a:clrScheme>
    <a:fontScheme name="HayateFonts">
      <a:majorFont>
        <a:latin typeface="Noto Sans CJK JP"/>
        <a:ea typeface="Noto Sans CJK JP"/>
        <a:cs typeface="Noto Sans CJK JP"/>
      </a:majorFont>
      <a:minorFont>
        <a:latin typeface="Noto Sans CJK JP"/>
        <a:ea typeface="Noto Sans CJK JP"/>
        <a:cs typeface="Noto Sans CJK JP"/>
      </a:minorFont>
    </a:fontScheme>
    <a:fmtScheme name="HayateFmt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