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/>
  <p:notesSz cx="6858000" cy="12191695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algn="l"/>
            <a:r>
              <a:rPr lang="en-US" sz="4000" b="1">
                <a:solidFill>
                  <a:srgbClr val="000000"/>
                </a:solidFill>
              </a:rPr>
              <a:t>Hayate プレゼンテーション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645920"/>
            <a:ext cx="1463040" cy="1463040"/>
          </a:xfrm>
          <a:prstGeom prst="rect">
            <a:avLst/>
          </a:prstGeom>
          <a:solidFill>
            <a:srgbClr val="4F81BD"/>
          </a:solidFill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2286000" y="1645920"/>
            <a:ext cx="1463040" cy="1463040"/>
          </a:xfrm>
          <a:prstGeom prst="rect">
            <a:avLst/>
          </a:prstGeom>
          <a:solidFill>
            <a:srgbClr val="C0504D"/>
          </a:solidFill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4114800" y="1645920"/>
            <a:ext cx="1463040" cy="1463040"/>
          </a:xfrm>
          <a:prstGeom prst="rect">
            <a:avLst/>
          </a:prstGeom>
          <a:solidFill>
            <a:srgbClr val="9BBB59"/>
          </a:solidFill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6217920" y="1645920"/>
            <a:ext cx="2194560" cy="1463040"/>
          </a:xfrm>
          <a:prstGeom prst="ellipse">
            <a:avLst/>
          </a:prstGeom>
          <a:solidFill>
            <a:srgbClr val="8064A2"/>
          </a:solidFill>
        </p:spPr>
        <p:txBody>
          <a:bodyPr/>
          <a:lstStyle/>
          <a:p/>
        </p:txBody>
      </p:sp>
    </p:spTree>
  </p:cSld>
  <p:clrMapOvr>
    <a:overrideClrMapping/>
  </p:clrMapOvr>
</p:sld>
</file>

<file path=ppt/theme/theme1.xml><?xml version="1.0" encoding="utf-8"?>
<a:theme xmlns:a="http://schemas.openxmlformats.org/drawingml/2006/main" name="HayateTheme">
  <a:themeElements>
    <a:clrScheme name="HayateColors">
      <a:dk1>
        <a:srgbClr val="000000"/>
      </a:dk1>
      <a:lt1>
        <a:srgbClr val="FFFFFF"/>
      </a:lt1>
      <a:dk2>
        <a:srgbClr val="444444"/>
      </a:dk2>
      <a:lt2>
        <a:srgbClr val="EEEEEE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EE"/>
      </a:hlink>
      <a:folHlink>
        <a:srgbClr val="800080"/>
      </a:folHlink>
    </a:clrScheme>
    <a:fontScheme name="HayateFonts">
      <a:majorFont>
        <a:latin typeface="Arial"/>
        <a:ea typeface="Noto Sans JP"/>
        <a:cs typeface="Arial"/>
      </a:majorFont>
      <a:minorFont>
        <a:latin typeface="Arial"/>
        <a:ea typeface="Noto Sans JP"/>
        <a:cs typeface="Arial"/>
      </a:minorFont>
    </a:fontScheme>
    <a:fmtScheme name="HayateFm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